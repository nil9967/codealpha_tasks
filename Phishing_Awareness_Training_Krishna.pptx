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Awareness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Krishna</a:t>
            </a:r>
          </a:p>
          <a:p>
            <a:r>
              <a:t>Course: BCA Cyber Security</a:t>
            </a:r>
          </a:p>
          <a:p>
            <a:r>
              <a:t>Task 2: Phishing Awareness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is a cyber attack where attackers trick users into sharing sensitive data like passwords, OTPs, or bank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Phishing is Dangerous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Financial loss</a:t>
            </a:r>
          </a:p>
          <a:p>
            <a:r>
              <a:t>• Identity theft</a:t>
            </a:r>
          </a:p>
          <a:p>
            <a:r>
              <a:t>• Account takeover</a:t>
            </a:r>
          </a:p>
          <a:p>
            <a:r>
              <a:t>• Organizational data breaches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Phishing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Email Phishing</a:t>
            </a:r>
          </a:p>
          <a:p>
            <a:r>
              <a:t>• SMS Phishing (Smishing)</a:t>
            </a:r>
          </a:p>
          <a:p>
            <a:r>
              <a:t>• Voice Phishing (Vishing)</a:t>
            </a:r>
          </a:p>
          <a:p>
            <a:r>
              <a:t>• Fake Website Phishing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Recognizing Phishing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Urgent or threatening language</a:t>
            </a:r>
          </a:p>
          <a:p>
            <a:r>
              <a:t>• Unknown sender</a:t>
            </a:r>
          </a:p>
          <a:p>
            <a:r>
              <a:t>• Grammar mistakes</a:t>
            </a:r>
          </a:p>
          <a:p>
            <a:r>
              <a:t>• Suspicious links or attachments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Check URL carefully</a:t>
            </a:r>
          </a:p>
          <a:p>
            <a:r>
              <a:t>• Look for HTTPS</a:t>
            </a:r>
          </a:p>
          <a:p>
            <a:r>
              <a:t>• Avoid pop-ups asking for OTP</a:t>
            </a:r>
          </a:p>
          <a:p>
            <a:r>
              <a:t>• Poor website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Fear and urgency</a:t>
            </a:r>
          </a:p>
          <a:p>
            <a:r>
              <a:t>• Authority impersonation</a:t>
            </a:r>
          </a:p>
          <a:p>
            <a:r>
              <a:t>• Rewards and curiosity</a:t>
            </a:r>
          </a:p>
          <a:p>
            <a:r>
              <a:t>• Emotional manipulation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Verify sender and links</a:t>
            </a:r>
          </a:p>
          <a:p>
            <a:r>
              <a:t>• Enable 2FA</a:t>
            </a:r>
          </a:p>
          <a:p>
            <a:r>
              <a:t>• Never share OTP or PIN</a:t>
            </a:r>
          </a:p>
          <a:p>
            <a:r>
              <a:t>• Keep software updated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bank KYC SMS leads to phishing website and account compromise.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Phishing targets?</a:t>
            </a:r>
          </a:p>
          <a:p>
            <a:r>
              <a:t>A: Human behavior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 before you click.</a:t>
            </a:r>
          </a:p>
          <a:p>
            <a:r>
              <a:t>Awareness is the best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