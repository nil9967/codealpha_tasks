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Phishing Attacks and How to Stay Safe</a:t>
            </a:r>
          </a:p>
          <a:p>
            <a:r>
              <a:t>Prepared by: Krishna</a:t>
            </a:r>
          </a:p>
          <a:p>
            <a:r>
              <a:t>Course: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 attack where attackers trick users into sharing sensitive information.</a:t>
            </a:r>
          </a:p>
          <a:p/>
          <a:p>
            <a:r>
              <a:t>Dangers:</a:t>
            </a:r>
          </a:p>
          <a:p>
            <a:r>
              <a:t>- Financial loss</a:t>
            </a:r>
          </a:p>
          <a:p>
            <a:r>
              <a:t>- Identity theft</a:t>
            </a:r>
          </a:p>
          <a:p>
            <a:r>
              <a:t>- Account compromise</a:t>
            </a:r>
          </a:p>
          <a:p>
            <a:r>
              <a:t>- Data breaches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phishing attacks</a:t>
            </a:r>
          </a:p>
          <a:p>
            <a:r>
              <a:t>• Identify phishing emails and fake websites</a:t>
            </a:r>
          </a:p>
          <a:p>
            <a:r>
              <a:t>• Recognize social engineering tactics</a:t>
            </a:r>
          </a:p>
          <a:p>
            <a:r>
              <a:t>• Follow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SMS Phishing (Smishing)</a:t>
            </a:r>
          </a:p>
          <a:p>
            <a:r>
              <a:t>• Voice Phishing (Vishing)</a:t>
            </a:r>
          </a:p>
          <a:p>
            <a:r>
              <a:t>• Website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emails pretending to be trusted sources.</a:t>
            </a:r>
          </a:p>
          <a:p/>
          <a:p>
            <a:r>
              <a:t>Signs:</a:t>
            </a:r>
          </a:p>
          <a:p>
            <a:r>
              <a:t>- Urgency</a:t>
            </a:r>
          </a:p>
          <a:p>
            <a:r>
              <a:t>- Unknown sender</a:t>
            </a:r>
          </a:p>
          <a:p>
            <a:r>
              <a:t>- Grammar mistakes</a:t>
            </a:r>
          </a:p>
          <a:p>
            <a:r>
              <a:t>- Requests for OTP/password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SMS &amp; Voice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Smishing: Fake SMS with malicious links</a:t>
            </a:r>
          </a:p>
          <a:p>
            <a:r>
              <a:t>Vishing: Fraud calls posing as officials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Generic greetings</a:t>
            </a:r>
          </a:p>
          <a:p>
            <a:r>
              <a:t>• Urgent action</a:t>
            </a:r>
          </a:p>
          <a:p>
            <a:r>
              <a:t>• Suspicious links</a:t>
            </a:r>
          </a:p>
          <a:p>
            <a:r>
              <a:t>• Asking sensitive info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 URL carefully</a:t>
            </a:r>
          </a:p>
          <a:p>
            <a:r>
              <a:t>• HTTPS presence</a:t>
            </a:r>
          </a:p>
          <a:p>
            <a:r>
              <a:t>• Avoid OTP/PIN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Manipulating human behavior instead of hacking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Fear</a:t>
            </a:r>
          </a:p>
          <a:p>
            <a:r>
              <a:t>• Urgency</a:t>
            </a:r>
          </a:p>
          <a:p>
            <a:r>
              <a:t>• Authority</a:t>
            </a:r>
          </a:p>
          <a:p>
            <a:r>
              <a:t>• Rewards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sender</a:t>
            </a:r>
          </a:p>
          <a:p>
            <a:r>
              <a:t>• Enable 2FA</a:t>
            </a:r>
          </a:p>
          <a:p>
            <a:r>
              <a:t>• Update software</a:t>
            </a:r>
          </a:p>
          <a:p>
            <a:r>
              <a:t>• Report phishing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Never share OTP/PIN</a:t>
            </a:r>
          </a:p>
          <a:p>
            <a:r>
              <a:t>• Do not click unknown links</a:t>
            </a:r>
          </a:p>
          <a:p>
            <a:r>
              <a:t>• Do not download attachments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KYC scam leading to account compromise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Email asking OTP urgently is phishing?</a:t>
            </a:r>
          </a:p>
          <a:p>
            <a:r>
              <a:t>Answer: Yes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Before You Click</a:t>
            </a:r>
          </a:p>
          <a:p>
            <a:r>
              <a:t>Awareness is the best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